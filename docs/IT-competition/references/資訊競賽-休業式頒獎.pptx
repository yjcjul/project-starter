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52" y="2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6537B6-EDF4-49C2-A499-A2023B3B7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A05084-F888-4BA8-9575-65D921B05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40"/>
            <a:ext cx="9144000" cy="16557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0C7E35-CA88-4F19-8A4C-DE1325B7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8B5C9-2D5E-42A2-BFDF-B2674C55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704BD3-602E-47A4-B9C9-905C82F0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89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8AF792-3439-46D5-8B27-6A4BFFD9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5A56A6-12D7-402A-B4AB-92F43B558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C247CC-AC40-4D78-9B73-48BD558E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CF2E9F-0D09-4A08-9CC9-48E9D16D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F9D202-0F43-487C-9B8B-A2205FFC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1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95F503-B179-4C3F-87E7-3D9307D9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43EA05-1CD1-468F-BFEC-B3CA07109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77AB34-8AD9-4446-832D-7B408EE4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18B040-FB6A-4509-B9AA-D342C4DB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5C2EBD-939E-49EE-9CF7-6F671674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23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385FCA-1575-47E3-85E9-C210B6F0C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157E1C-5451-4B2C-924F-79A9332D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98A060-61A8-4AC8-9F28-F4E7E9176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8DFD39-E984-4093-876F-A7FC5AA0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2864B4-3ED8-418B-BB4A-F64B9BC2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304DEA-1694-430B-BF71-F13A6BE5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846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DA62F6-A59B-43B3-9666-8E869CF6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3"/>
            <a:ext cx="10515600" cy="132556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AA69A9-A197-4F2B-8546-105CCBC7F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6"/>
            <a:ext cx="515778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6734BC-7A1B-4A54-9B48-34386A41B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58287A1-76F2-4FAE-AECB-83C29A6AA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6"/>
            <a:ext cx="51831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65483A9-8E64-431C-AEC7-D17C536E2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2E63CC1-BE00-4CD9-920A-5A4F0A86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D49000-2467-4D56-A09C-2E03A725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B9F840D-8310-4848-B5D0-CF19FDE2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39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54F014-9D3E-41E5-A476-064D3178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5412F12-0093-4D41-9BFC-7FCED784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58578C4-BA46-4D67-92A3-D27F3684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62F04E4-5F43-4B0D-AEF0-77DA944C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32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1EF27FA-05FC-4DB8-A26E-55113AD8D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2FDC0B6-0DFA-45F1-B3B9-03F5C778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1B3EDA-3043-4213-9AC3-D291B102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46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738708-4FAF-4790-9D4C-5DA1AB60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45300B-C261-4CDF-87B4-3A8851B4F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37FB273-8562-4F19-AE4E-BB5741459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225B84-F336-454E-BDA7-BE3CE3D6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0C906D-EC97-49FE-A189-FBB5C749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E024B2-6F5A-4265-BD0F-821F87E7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2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57B119-0C56-4621-9AC2-08509D761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764B52-26B7-42FF-9B2E-FA585702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DC9CE0-910B-47A1-B1ED-61EC08438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E03E57-F37B-486B-AF2C-D77D9EDA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C682A7-35D3-4302-94E5-092E9E57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1D4D8D-CEC2-446A-8F9D-39469392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394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1B957-121D-42D0-9146-E656E0F8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393D1E-9AB7-40B2-A171-7736695DF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C44767-70A0-4E41-9A23-7F549378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1ECF64-CE5B-46B8-BE9A-F25E2977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4556F7-9828-4C33-AA98-0726041D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209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A5EAF55-A04E-436E-92BE-15955809D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3"/>
            <a:ext cx="2628900" cy="581184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608BB9D-807D-4C57-9A7F-61EEC472A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3"/>
            <a:ext cx="7734300" cy="581184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6DF22A-BFB2-4D9D-B2E8-225C1F41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C64F94-66BB-47D5-BD6E-0403F6A1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D56B49-137A-4699-997F-9341925B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32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3A3D658-BD95-41BB-A220-CEBA94E4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FA6CE7-EC94-4D21-9A5B-FB42170AB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E492FA-77E2-446B-972B-7ACF577AA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B5E8A-8914-4B19-8ADF-B56EDED789D6}" type="datetimeFigureOut">
              <a:rPr lang="zh-TW" altLang="en-US" smtClean="0"/>
              <a:t>2025/6/27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D31C05-621F-4C2F-84BC-607CCFB00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E01CC2-D5E8-4627-99EA-5C33AD357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7CDAA-D5B4-4E82-A4C4-C69E3E552E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73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B16C478-1D61-47DD-BD73-21F06A441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36"/>
            <a:ext cx="12192000" cy="417130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A706A7C-F9B4-4E08-B1A9-45EA17B512F5}"/>
              </a:ext>
            </a:extLst>
          </p:cNvPr>
          <p:cNvSpPr/>
          <p:nvPr/>
        </p:nvSpPr>
        <p:spPr>
          <a:xfrm>
            <a:off x="236274" y="5692163"/>
            <a:ext cx="11652548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感謝 李倩瑜老師、張佑任老師 悉心指導  </a:t>
            </a:r>
            <a:endParaRPr lang="zh-TW" altLang="en-US" sz="45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6C5D36-33F6-4479-9B95-876BA42A6113}"/>
              </a:ext>
            </a:extLst>
          </p:cNvPr>
          <p:cNvSpPr/>
          <p:nvPr/>
        </p:nvSpPr>
        <p:spPr>
          <a:xfrm>
            <a:off x="236275" y="4102925"/>
            <a:ext cx="11747126" cy="7848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707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黃云毅同學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榮獲「英文打字國中組」決賽  </a:t>
            </a:r>
            <a:r>
              <a:rPr lang="zh-TW" altLang="en-US" sz="45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優等</a:t>
            </a:r>
            <a:endParaRPr lang="zh-TW" altLang="en-US" sz="45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4B7DFC-C1B8-49D6-9228-9844CF5C9067}"/>
              </a:ext>
            </a:extLst>
          </p:cNvPr>
          <p:cNvSpPr/>
          <p:nvPr/>
        </p:nvSpPr>
        <p:spPr>
          <a:xfrm>
            <a:off x="0" y="2009"/>
            <a:ext cx="3267182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114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年度市賽</a:t>
            </a:r>
            <a:endParaRPr lang="zh-TW" altLang="en-US" sz="45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DE7D086D-0D6E-4631-98FE-E06BAF72D2A7}"/>
              </a:ext>
            </a:extLst>
          </p:cNvPr>
          <p:cNvGrpSpPr/>
          <p:nvPr/>
        </p:nvGrpSpPr>
        <p:grpSpPr>
          <a:xfrm rot="18569476">
            <a:off x="-134637" y="1708630"/>
            <a:ext cx="2698952" cy="2208428"/>
            <a:chOff x="10329857" y="29915"/>
            <a:chExt cx="1965847" cy="1562815"/>
          </a:xfrm>
        </p:grpSpPr>
        <p:sp>
          <p:nvSpPr>
            <p:cNvPr id="16" name="星形: 八角 15">
              <a:extLst>
                <a:ext uri="{FF2B5EF4-FFF2-40B4-BE49-F238E27FC236}">
                  <a16:creationId xmlns:a16="http://schemas.microsoft.com/office/drawing/2014/main" id="{7703D647-44BD-4351-BDE6-79DF60D81F59}"/>
                </a:ext>
              </a:extLst>
            </p:cNvPr>
            <p:cNvSpPr/>
            <p:nvPr/>
          </p:nvSpPr>
          <p:spPr>
            <a:xfrm rot="1436553">
              <a:off x="10329857" y="29915"/>
              <a:ext cx="1965847" cy="1562815"/>
            </a:xfrm>
            <a:prstGeom prst="star8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B00D03B-F410-497C-8B09-53B020814856}"/>
                </a:ext>
              </a:extLst>
            </p:cNvPr>
            <p:cNvSpPr/>
            <p:nvPr/>
          </p:nvSpPr>
          <p:spPr>
            <a:xfrm rot="1356433">
              <a:off x="10779188" y="280694"/>
              <a:ext cx="1068574" cy="115434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TW" altLang="en-US" sz="10000" b="1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FF000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賀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59EEEB4D-AC34-4126-A564-CE0F0282256B}"/>
              </a:ext>
            </a:extLst>
          </p:cNvPr>
          <p:cNvSpPr/>
          <p:nvPr/>
        </p:nvSpPr>
        <p:spPr>
          <a:xfrm>
            <a:off x="236274" y="4792084"/>
            <a:ext cx="11747126" cy="7848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811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江霈妮同學</a:t>
            </a:r>
            <a:r>
              <a:rPr lang="zh-TW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榮獲「專題簡報國中組」決賽  </a:t>
            </a:r>
            <a:r>
              <a:rPr lang="zh-TW" altLang="en-US" sz="45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甲等</a:t>
            </a:r>
            <a:endParaRPr lang="zh-TW" altLang="en-US" sz="45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2941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43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miki718@mail.edu.tw</cp:lastModifiedBy>
  <cp:revision>15</cp:revision>
  <dcterms:created xsi:type="dcterms:W3CDTF">2024-04-30T11:11:01Z</dcterms:created>
  <dcterms:modified xsi:type="dcterms:W3CDTF">2025-06-27T06:13:05Z</dcterms:modified>
</cp:coreProperties>
</file>